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>
      <p:cViewPr varScale="1">
        <p:scale>
          <a:sx n="45" d="100"/>
          <a:sy n="45" d="100"/>
        </p:scale>
        <p:origin x="29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6B93F3-CDDA-4167-9B0A-E93A1511CD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A871F9-FD8F-4F9F-B624-EB01AB8227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management</a:t>
          </a:r>
        </a:p>
      </dgm:t>
    </dgm:pt>
    <dgm:pt modelId="{8A30F3C8-2C21-474E-8C0A-22555A7A916B}" type="parTrans" cxnId="{B756D3AC-4982-470F-AEE8-D1879A642019}">
      <dgm:prSet/>
      <dgm:spPr/>
      <dgm:t>
        <a:bodyPr/>
        <a:lstStyle/>
        <a:p>
          <a:endParaRPr lang="en-US"/>
        </a:p>
      </dgm:t>
    </dgm:pt>
    <dgm:pt modelId="{DB0FF3A2-D3BA-458B-8743-6DF21FF45969}" type="sibTrans" cxnId="{B756D3AC-4982-470F-AEE8-D1879A642019}">
      <dgm:prSet/>
      <dgm:spPr/>
      <dgm:t>
        <a:bodyPr/>
        <a:lstStyle/>
        <a:p>
          <a:endParaRPr lang="en-US"/>
        </a:p>
      </dgm:t>
    </dgm:pt>
    <dgm:pt modelId="{15523CAC-B077-4A5E-A3C0-4970C82750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Non-Rectangular Collision Issues</a:t>
          </a:r>
        </a:p>
      </dgm:t>
    </dgm:pt>
    <dgm:pt modelId="{16DC8DA6-6B96-4A3D-9008-83688EDBEF1F}" type="parTrans" cxnId="{EB9DE5CE-BC60-4E93-8C40-383D7D1F3DA8}">
      <dgm:prSet/>
      <dgm:spPr/>
      <dgm:t>
        <a:bodyPr/>
        <a:lstStyle/>
        <a:p>
          <a:endParaRPr lang="en-US"/>
        </a:p>
      </dgm:t>
    </dgm:pt>
    <dgm:pt modelId="{434FC357-E594-4992-859C-30F5E5EC38B6}" type="sibTrans" cxnId="{EB9DE5CE-BC60-4E93-8C40-383D7D1F3DA8}">
      <dgm:prSet/>
      <dgm:spPr/>
      <dgm:t>
        <a:bodyPr/>
        <a:lstStyle/>
        <a:p>
          <a:endParaRPr lang="en-US"/>
        </a:p>
      </dgm:t>
    </dgm:pt>
    <dgm:pt modelId="{6DC9FF01-E5C5-49AB-8DE6-20C9DC8BAC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Bug Fixing</a:t>
          </a:r>
        </a:p>
      </dgm:t>
    </dgm:pt>
    <dgm:pt modelId="{2CF766DD-4A7B-4874-AC70-A3E361A737CE}" type="parTrans" cxnId="{F1511A1F-BAE8-415A-BFDF-469236ECCF70}">
      <dgm:prSet/>
      <dgm:spPr/>
      <dgm:t>
        <a:bodyPr/>
        <a:lstStyle/>
        <a:p>
          <a:endParaRPr lang="en-US"/>
        </a:p>
      </dgm:t>
    </dgm:pt>
    <dgm:pt modelId="{9AF41824-F4F7-4625-BD2B-C8251D0CE20F}" type="sibTrans" cxnId="{F1511A1F-BAE8-415A-BFDF-469236ECCF70}">
      <dgm:prSet/>
      <dgm:spPr/>
      <dgm:t>
        <a:bodyPr/>
        <a:lstStyle/>
        <a:p>
          <a:endParaRPr lang="en-US"/>
        </a:p>
      </dgm:t>
    </dgm:pt>
    <dgm:pt modelId="{63827CF9-2EDC-453E-B142-C47829E43B73}" type="pres">
      <dgm:prSet presAssocID="{D26B93F3-CDDA-4167-9B0A-E93A1511CD88}" presName="root" presStyleCnt="0">
        <dgm:presLayoutVars>
          <dgm:dir/>
          <dgm:resizeHandles val="exact"/>
        </dgm:presLayoutVars>
      </dgm:prSet>
      <dgm:spPr/>
    </dgm:pt>
    <dgm:pt modelId="{4F46C92C-7304-4CCE-B13E-286A7F36BC25}" type="pres">
      <dgm:prSet presAssocID="{1FA871F9-FD8F-4F9F-B624-EB01AB822713}" presName="compNode" presStyleCnt="0"/>
      <dgm:spPr/>
    </dgm:pt>
    <dgm:pt modelId="{67222BF9-59BC-46DE-9147-B6734ADC6222}" type="pres">
      <dgm:prSet presAssocID="{1FA871F9-FD8F-4F9F-B624-EB01AB822713}" presName="bgRect" presStyleLbl="bgShp" presStyleIdx="0" presStyleCnt="3"/>
      <dgm:spPr/>
    </dgm:pt>
    <dgm:pt modelId="{886DD549-D9C6-456C-BC15-2552529312F3}" type="pres">
      <dgm:prSet presAssocID="{1FA871F9-FD8F-4F9F-B624-EB01AB82271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7B831EF-D14D-47DC-A30B-FBD93CA454A0}" type="pres">
      <dgm:prSet presAssocID="{1FA871F9-FD8F-4F9F-B624-EB01AB822713}" presName="spaceRect" presStyleCnt="0"/>
      <dgm:spPr/>
    </dgm:pt>
    <dgm:pt modelId="{2FE7B9B5-FD94-4F11-97B5-0BDD9EE838EE}" type="pres">
      <dgm:prSet presAssocID="{1FA871F9-FD8F-4F9F-B624-EB01AB822713}" presName="parTx" presStyleLbl="revTx" presStyleIdx="0" presStyleCnt="3">
        <dgm:presLayoutVars>
          <dgm:chMax val="0"/>
          <dgm:chPref val="0"/>
        </dgm:presLayoutVars>
      </dgm:prSet>
      <dgm:spPr/>
    </dgm:pt>
    <dgm:pt modelId="{5FFFDC61-0F7A-4C32-B43B-4607FB4C6886}" type="pres">
      <dgm:prSet presAssocID="{DB0FF3A2-D3BA-458B-8743-6DF21FF45969}" presName="sibTrans" presStyleCnt="0"/>
      <dgm:spPr/>
    </dgm:pt>
    <dgm:pt modelId="{482F085E-A0B6-4368-B570-87EB14994831}" type="pres">
      <dgm:prSet presAssocID="{15523CAC-B077-4A5E-A3C0-4970C82750C7}" presName="compNode" presStyleCnt="0"/>
      <dgm:spPr/>
    </dgm:pt>
    <dgm:pt modelId="{B461CBFA-FE42-4F66-9C48-468AF9A2435B}" type="pres">
      <dgm:prSet presAssocID="{15523CAC-B077-4A5E-A3C0-4970C82750C7}" presName="bgRect" presStyleLbl="bgShp" presStyleIdx="1" presStyleCnt="3"/>
      <dgm:spPr/>
    </dgm:pt>
    <dgm:pt modelId="{BD5B2BFD-7D1E-4ACE-8A9A-3A986A719730}" type="pres">
      <dgm:prSet presAssocID="{15523CAC-B077-4A5E-A3C0-4970C82750C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63E06956-54F8-41B8-8A8E-8CD013B66D58}" type="pres">
      <dgm:prSet presAssocID="{15523CAC-B077-4A5E-A3C0-4970C82750C7}" presName="spaceRect" presStyleCnt="0"/>
      <dgm:spPr/>
    </dgm:pt>
    <dgm:pt modelId="{D930E0FF-8B3A-43D7-9178-FF49D5ED8840}" type="pres">
      <dgm:prSet presAssocID="{15523CAC-B077-4A5E-A3C0-4970C82750C7}" presName="parTx" presStyleLbl="revTx" presStyleIdx="1" presStyleCnt="3">
        <dgm:presLayoutVars>
          <dgm:chMax val="0"/>
          <dgm:chPref val="0"/>
        </dgm:presLayoutVars>
      </dgm:prSet>
      <dgm:spPr/>
    </dgm:pt>
    <dgm:pt modelId="{1E1BE5E8-3672-4C04-8157-7AB535BEEFAD}" type="pres">
      <dgm:prSet presAssocID="{434FC357-E594-4992-859C-30F5E5EC38B6}" presName="sibTrans" presStyleCnt="0"/>
      <dgm:spPr/>
    </dgm:pt>
    <dgm:pt modelId="{61066EBC-C9FF-41E8-ACA7-FAB7E050EC8D}" type="pres">
      <dgm:prSet presAssocID="{6DC9FF01-E5C5-49AB-8DE6-20C9DC8BAC27}" presName="compNode" presStyleCnt="0"/>
      <dgm:spPr/>
    </dgm:pt>
    <dgm:pt modelId="{B06C8048-4FAB-485A-8FB2-73FAC7E1130A}" type="pres">
      <dgm:prSet presAssocID="{6DC9FF01-E5C5-49AB-8DE6-20C9DC8BAC27}" presName="bgRect" presStyleLbl="bgShp" presStyleIdx="2" presStyleCnt="3"/>
      <dgm:spPr/>
    </dgm:pt>
    <dgm:pt modelId="{6C022863-417E-441A-BEF2-1B3CAA9E8876}" type="pres">
      <dgm:prSet presAssocID="{6DC9FF01-E5C5-49AB-8DE6-20C9DC8BAC2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81588651-8149-4D57-9C49-50B49019CED4}" type="pres">
      <dgm:prSet presAssocID="{6DC9FF01-E5C5-49AB-8DE6-20C9DC8BAC27}" presName="spaceRect" presStyleCnt="0"/>
      <dgm:spPr/>
    </dgm:pt>
    <dgm:pt modelId="{D20CA59E-497F-49F8-9318-1BDED1F3168A}" type="pres">
      <dgm:prSet presAssocID="{6DC9FF01-E5C5-49AB-8DE6-20C9DC8BAC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1511A1F-BAE8-415A-BFDF-469236ECCF70}" srcId="{D26B93F3-CDDA-4167-9B0A-E93A1511CD88}" destId="{6DC9FF01-E5C5-49AB-8DE6-20C9DC8BAC27}" srcOrd="2" destOrd="0" parTransId="{2CF766DD-4A7B-4874-AC70-A3E361A737CE}" sibTransId="{9AF41824-F4F7-4625-BD2B-C8251D0CE20F}"/>
    <dgm:cxn modelId="{9D4E873F-2EE3-476C-A195-7FC59D603194}" type="presOf" srcId="{6DC9FF01-E5C5-49AB-8DE6-20C9DC8BAC27}" destId="{D20CA59E-497F-49F8-9318-1BDED1F3168A}" srcOrd="0" destOrd="0" presId="urn:microsoft.com/office/officeart/2018/2/layout/IconVerticalSolidList"/>
    <dgm:cxn modelId="{3FF1E54E-B56A-4FF1-BEDB-7916E1DDD988}" type="presOf" srcId="{1FA871F9-FD8F-4F9F-B624-EB01AB822713}" destId="{2FE7B9B5-FD94-4F11-97B5-0BDD9EE838EE}" srcOrd="0" destOrd="0" presId="urn:microsoft.com/office/officeart/2018/2/layout/IconVerticalSolidList"/>
    <dgm:cxn modelId="{1A681AA0-FA00-43FB-BE84-39A64D8EC342}" type="presOf" srcId="{15523CAC-B077-4A5E-A3C0-4970C82750C7}" destId="{D930E0FF-8B3A-43D7-9178-FF49D5ED8840}" srcOrd="0" destOrd="0" presId="urn:microsoft.com/office/officeart/2018/2/layout/IconVerticalSolidList"/>
    <dgm:cxn modelId="{513263A1-DBF5-40BD-AF0D-C192778CF8FB}" type="presOf" srcId="{D26B93F3-CDDA-4167-9B0A-E93A1511CD88}" destId="{63827CF9-2EDC-453E-B142-C47829E43B73}" srcOrd="0" destOrd="0" presId="urn:microsoft.com/office/officeart/2018/2/layout/IconVerticalSolidList"/>
    <dgm:cxn modelId="{B756D3AC-4982-470F-AEE8-D1879A642019}" srcId="{D26B93F3-CDDA-4167-9B0A-E93A1511CD88}" destId="{1FA871F9-FD8F-4F9F-B624-EB01AB822713}" srcOrd="0" destOrd="0" parTransId="{8A30F3C8-2C21-474E-8C0A-22555A7A916B}" sibTransId="{DB0FF3A2-D3BA-458B-8743-6DF21FF45969}"/>
    <dgm:cxn modelId="{EB9DE5CE-BC60-4E93-8C40-383D7D1F3DA8}" srcId="{D26B93F3-CDDA-4167-9B0A-E93A1511CD88}" destId="{15523CAC-B077-4A5E-A3C0-4970C82750C7}" srcOrd="1" destOrd="0" parTransId="{16DC8DA6-6B96-4A3D-9008-83688EDBEF1F}" sibTransId="{434FC357-E594-4992-859C-30F5E5EC38B6}"/>
    <dgm:cxn modelId="{D8B59E2B-1FA9-42EF-88CA-F6C95812DC4F}" type="presParOf" srcId="{63827CF9-2EDC-453E-B142-C47829E43B73}" destId="{4F46C92C-7304-4CCE-B13E-286A7F36BC25}" srcOrd="0" destOrd="0" presId="urn:microsoft.com/office/officeart/2018/2/layout/IconVerticalSolidList"/>
    <dgm:cxn modelId="{4FAA766F-12D0-45A6-8880-1B6EFF16221B}" type="presParOf" srcId="{4F46C92C-7304-4CCE-B13E-286A7F36BC25}" destId="{67222BF9-59BC-46DE-9147-B6734ADC6222}" srcOrd="0" destOrd="0" presId="urn:microsoft.com/office/officeart/2018/2/layout/IconVerticalSolidList"/>
    <dgm:cxn modelId="{4BAB01D0-DAAF-4E29-9C48-3A2C368150E3}" type="presParOf" srcId="{4F46C92C-7304-4CCE-B13E-286A7F36BC25}" destId="{886DD549-D9C6-456C-BC15-2552529312F3}" srcOrd="1" destOrd="0" presId="urn:microsoft.com/office/officeart/2018/2/layout/IconVerticalSolidList"/>
    <dgm:cxn modelId="{50304691-EB8E-40D3-BB3F-FA11F0799C18}" type="presParOf" srcId="{4F46C92C-7304-4CCE-B13E-286A7F36BC25}" destId="{67B831EF-D14D-47DC-A30B-FBD93CA454A0}" srcOrd="2" destOrd="0" presId="urn:microsoft.com/office/officeart/2018/2/layout/IconVerticalSolidList"/>
    <dgm:cxn modelId="{FB7026E3-D030-422B-A8D4-4FB539DC97B6}" type="presParOf" srcId="{4F46C92C-7304-4CCE-B13E-286A7F36BC25}" destId="{2FE7B9B5-FD94-4F11-97B5-0BDD9EE838EE}" srcOrd="3" destOrd="0" presId="urn:microsoft.com/office/officeart/2018/2/layout/IconVerticalSolidList"/>
    <dgm:cxn modelId="{D7DED14A-0F45-4052-A582-1E063D696B91}" type="presParOf" srcId="{63827CF9-2EDC-453E-B142-C47829E43B73}" destId="{5FFFDC61-0F7A-4C32-B43B-4607FB4C6886}" srcOrd="1" destOrd="0" presId="urn:microsoft.com/office/officeart/2018/2/layout/IconVerticalSolidList"/>
    <dgm:cxn modelId="{5C16E2CD-924B-4218-B314-A3BE6F86E3A9}" type="presParOf" srcId="{63827CF9-2EDC-453E-B142-C47829E43B73}" destId="{482F085E-A0B6-4368-B570-87EB14994831}" srcOrd="2" destOrd="0" presId="urn:microsoft.com/office/officeart/2018/2/layout/IconVerticalSolidList"/>
    <dgm:cxn modelId="{3A8B44C4-5666-4C92-A313-C4E5EE1639F5}" type="presParOf" srcId="{482F085E-A0B6-4368-B570-87EB14994831}" destId="{B461CBFA-FE42-4F66-9C48-468AF9A2435B}" srcOrd="0" destOrd="0" presId="urn:microsoft.com/office/officeart/2018/2/layout/IconVerticalSolidList"/>
    <dgm:cxn modelId="{3C9C2185-3D71-49BA-A95C-2AA34946926E}" type="presParOf" srcId="{482F085E-A0B6-4368-B570-87EB14994831}" destId="{BD5B2BFD-7D1E-4ACE-8A9A-3A986A719730}" srcOrd="1" destOrd="0" presId="urn:microsoft.com/office/officeart/2018/2/layout/IconVerticalSolidList"/>
    <dgm:cxn modelId="{86032B2B-14C7-410B-B8F8-B0309F52F979}" type="presParOf" srcId="{482F085E-A0B6-4368-B570-87EB14994831}" destId="{63E06956-54F8-41B8-8A8E-8CD013B66D58}" srcOrd="2" destOrd="0" presId="urn:microsoft.com/office/officeart/2018/2/layout/IconVerticalSolidList"/>
    <dgm:cxn modelId="{AF515B0A-0B03-4949-9583-3E064FCC69B3}" type="presParOf" srcId="{482F085E-A0B6-4368-B570-87EB14994831}" destId="{D930E0FF-8B3A-43D7-9178-FF49D5ED8840}" srcOrd="3" destOrd="0" presId="urn:microsoft.com/office/officeart/2018/2/layout/IconVerticalSolidList"/>
    <dgm:cxn modelId="{7F2B739D-3BF9-4D3B-B101-B3EE9971EC1A}" type="presParOf" srcId="{63827CF9-2EDC-453E-B142-C47829E43B73}" destId="{1E1BE5E8-3672-4C04-8157-7AB535BEEFAD}" srcOrd="3" destOrd="0" presId="urn:microsoft.com/office/officeart/2018/2/layout/IconVerticalSolidList"/>
    <dgm:cxn modelId="{C2C07720-95CA-4069-BC85-4B8D309238B4}" type="presParOf" srcId="{63827CF9-2EDC-453E-B142-C47829E43B73}" destId="{61066EBC-C9FF-41E8-ACA7-FAB7E050EC8D}" srcOrd="4" destOrd="0" presId="urn:microsoft.com/office/officeart/2018/2/layout/IconVerticalSolidList"/>
    <dgm:cxn modelId="{466351B4-EC6C-448E-A71F-6905B64E65B5}" type="presParOf" srcId="{61066EBC-C9FF-41E8-ACA7-FAB7E050EC8D}" destId="{B06C8048-4FAB-485A-8FB2-73FAC7E1130A}" srcOrd="0" destOrd="0" presId="urn:microsoft.com/office/officeart/2018/2/layout/IconVerticalSolidList"/>
    <dgm:cxn modelId="{CA32357B-3229-4AE9-98CE-35DCA6A25914}" type="presParOf" srcId="{61066EBC-C9FF-41E8-ACA7-FAB7E050EC8D}" destId="{6C022863-417E-441A-BEF2-1B3CAA9E8876}" srcOrd="1" destOrd="0" presId="urn:microsoft.com/office/officeart/2018/2/layout/IconVerticalSolidList"/>
    <dgm:cxn modelId="{DE14690D-648C-415A-9156-AB4F555ECF02}" type="presParOf" srcId="{61066EBC-C9FF-41E8-ACA7-FAB7E050EC8D}" destId="{81588651-8149-4D57-9C49-50B49019CED4}" srcOrd="2" destOrd="0" presId="urn:microsoft.com/office/officeart/2018/2/layout/IconVerticalSolidList"/>
    <dgm:cxn modelId="{F7C93FF6-1E80-41FF-A495-41FDBE0F4ED2}" type="presParOf" srcId="{61066EBC-C9FF-41E8-ACA7-FAB7E050EC8D}" destId="{D20CA59E-497F-49F8-9318-1BDED1F316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222BF9-59BC-46DE-9147-B6734ADC6222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DD549-D9C6-456C-BC15-2552529312F3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7B9B5-FD94-4F11-97B5-0BDD9EE838EE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Time management</a:t>
          </a:r>
        </a:p>
      </dsp:txBody>
      <dsp:txXfrm>
        <a:off x="1939533" y="717"/>
        <a:ext cx="4362067" cy="1679249"/>
      </dsp:txXfrm>
    </dsp:sp>
    <dsp:sp modelId="{B461CBFA-FE42-4F66-9C48-468AF9A2435B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5B2BFD-7D1E-4ACE-8A9A-3A986A719730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0E0FF-8B3A-43D7-9178-FF49D5ED8840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Non-Rectangular Collision Issues</a:t>
          </a:r>
        </a:p>
      </dsp:txBody>
      <dsp:txXfrm>
        <a:off x="1939533" y="2099779"/>
        <a:ext cx="4362067" cy="1679249"/>
      </dsp:txXfrm>
    </dsp:sp>
    <dsp:sp modelId="{B06C8048-4FAB-485A-8FB2-73FAC7E1130A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022863-417E-441A-BEF2-1B3CAA9E8876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CA59E-497F-49F8-9318-1BDED1F3168A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Bug Fixing</a:t>
          </a:r>
        </a:p>
      </dsp:txBody>
      <dsp:txXfrm>
        <a:off x="1939533" y="4198841"/>
        <a:ext cx="43620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0500-8AFF-F0CA-1238-12B3B726F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610F88-6989-D136-C76E-0FD2720F9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1DF-8508-E6E9-0A76-4EBD2AB6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B9059-6109-4AC1-1651-A8957A9D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93C1D-7C99-F694-A04B-E68642AF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2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94948-C796-AD91-062F-4B4060FB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9DF0D-12CE-D3DC-B03B-CF1EE3A83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73F46-2A7E-6707-D693-A2A79969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64FF4-F993-90A6-CBA5-4C3FC46ED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3CCEF-F119-349A-83D0-E0B3EA198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0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7CEF-59BB-E71A-55BD-B0CD8B961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9B182-0E32-9632-ED92-ADE6E916B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C2258-CED4-B362-445C-3F237D55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B002E-13FB-B75F-F076-4BC3B4D4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B0950-D761-2B3B-9CE6-12441667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76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6EEA-8B53-5918-8305-6F55A7D2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60E1-880B-78CB-9187-019DE8F88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9A3CC-47DF-250D-4D62-899BF7D38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A1C4A-C206-F8CE-DEE0-94A8F140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6944D-34A9-AD64-E61E-72A0A756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25C1C-374A-513D-02FA-5F502D7F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34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AF05-75AF-6B7C-5849-C2696886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37923-2E07-E8AA-96EF-C5E9D4C5A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A54F7-14FD-3F6F-690E-BC019CC04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01315-8F0C-5ED3-107C-2A9874D1A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7FBE5B-336B-C8AC-A9EF-4079E9DD8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6A918-80F4-9044-A423-203A7450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EFC7B-0902-4906-4D49-10744A0D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5F7FE-BD84-2A6F-5D1A-9F3B569B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0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6B66C-9F4F-C8AB-D1CD-9F88BECDC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EBD0B-2322-0C63-7941-5AB0DCBB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DC3C6-7FCF-5847-796F-653B6062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EDCC3-A07B-F0D7-8F9C-B783F818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68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18738-1292-B9FC-3992-4BC86FCE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E6C93-0FDC-CB7F-9B2C-8FF95275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50E1A-BE68-CCAD-1F35-D07D7DE9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4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314F-9E0D-E924-ED42-FC90BD45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8B43A-123C-BECC-4480-1601E3828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6DE0C-5114-B1D1-0557-3BE1F851F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8C30E-E37C-2566-E0D8-01EA18559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D7BAE-724F-473A-CA04-BB6A00946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B0387-2EEA-813A-4432-FF6BBD5B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FFA2-F1B7-48EC-400B-2B73C700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C986E3-5C6D-6313-3574-8A2C83C46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20143-49A0-742A-ED0B-27BBF9CE1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8E280-D59C-586F-B3D8-3B04B8760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A992A-E4B2-8ADF-4BB2-591ABBD7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C0CF4-E69F-2D2A-F6F1-CD965566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12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E696-0053-0501-B20B-42B273EB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BFCD9-5512-E7CC-D482-32EEE4524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22D59-6F6D-19A2-FF61-14524272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1A6AD-954A-B792-C2BD-18CB835C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C5CCD-9FC1-8847-A603-C293F974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8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74D15E-1D69-C8F4-1CD6-F110E0F19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764A4-6D2E-C215-6B03-FABF067D4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0FB21-EABB-67D5-59A2-C8C4B8D2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9D01-6C23-888A-D51A-B446DD51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32F8C-54F1-6BDA-CD2A-872B2DC2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03743-BA7C-3AD0-56AE-63D4F58C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A21D2-5C62-B6BE-7B63-552ABC0F2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A96EB-B8DC-F8C2-7EA4-414EEDDD3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F3D9B-5829-4BDE-9CB5-0413B8057E8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16AC-A085-F54C-1D65-C363203B3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95C2-5DA5-5367-AC15-1F62DD8B9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31FAC-65B4-4121-B968-F73D53E1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61531-25A6-6132-1BD5-C975A5974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428000"/>
            <a:ext cx="6143626" cy="1400400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sz="5600">
                <a:solidFill>
                  <a:schemeClr val="bg1"/>
                </a:solidFill>
              </a:rPr>
              <a:t>Alien Invasion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2CF02-C270-29B3-54A3-BE002E4BA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9713" y="4716472"/>
            <a:ext cx="3494088" cy="1017896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JonD Development | Jonathan Dotse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C97F0E-9A86-F175-1CB8-EC5FDF387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0"/>
          <a:stretch>
            <a:fillRect/>
          </a:stretch>
        </p:blipFill>
        <p:spPr>
          <a:xfrm>
            <a:off x="20" y="-1"/>
            <a:ext cx="12191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561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X PLAY.&#10;&#10;AI-generated content may be incorrect.">
            <a:extLst>
              <a:ext uri="{FF2B5EF4-FFF2-40B4-BE49-F238E27FC236}">
                <a16:creationId xmlns:a16="http://schemas.microsoft.com/office/drawing/2014/main" id="{1B0266A3-7789-334B-F19E-03FD70ABD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29" b="9091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600B8-58E4-4289-FACD-53C1EC74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Track: Custom Asset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C7A07-7BCB-007C-0FA6-E78962410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Replaced core game assets with custom-designed assets(player ship, alien sprites, background).</a:t>
            </a:r>
          </a:p>
          <a:p>
            <a:r>
              <a:rPr lang="en-US" sz="1700">
                <a:solidFill>
                  <a:schemeClr val="bg1"/>
                </a:solidFill>
              </a:rPr>
              <a:t>Integrated new image formats and adjusted scaling</a:t>
            </a:r>
          </a:p>
          <a:p>
            <a:r>
              <a:rPr lang="en-US" sz="1700">
                <a:solidFill>
                  <a:schemeClr val="bg1"/>
                </a:solidFill>
              </a:rPr>
              <a:t>Updated visuals while preserving original gameplay loop</a:t>
            </a:r>
          </a:p>
          <a:p>
            <a:pPr marL="0" indent="0">
              <a:buNone/>
            </a:pPr>
            <a:endParaRPr lang="en-US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761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depicts a futuristic space environment with three distinct red and white rocket ships in a formation, likely indicating a game level in a space-themed video game.&#10;&#10;AI-generated content may be incorrect.">
            <a:extLst>
              <a:ext uri="{FF2B5EF4-FFF2-40B4-BE49-F238E27FC236}">
                <a16:creationId xmlns:a16="http://schemas.microsoft.com/office/drawing/2014/main" id="{9F3BFA24-AB39-428B-D0D3-BD173A837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4" b="-1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FDFD2-D75F-8964-962E-04B3C0FAF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Architectural Successes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15ED0-040F-ABAB-169A-05707DFDD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Clean class Integration</a:t>
            </a:r>
          </a:p>
          <a:p>
            <a:r>
              <a:rPr lang="en-US" sz="1700">
                <a:solidFill>
                  <a:schemeClr val="bg1"/>
                </a:solidFill>
              </a:rPr>
              <a:t>Single Responsibility Principle</a:t>
            </a:r>
          </a:p>
          <a:p>
            <a:r>
              <a:rPr lang="en-US" sz="1700">
                <a:solidFill>
                  <a:schemeClr val="bg1"/>
                </a:solidFill>
              </a:rPr>
              <a:t>Open/Closed Principle</a:t>
            </a:r>
          </a:p>
          <a:p>
            <a:r>
              <a:rPr lang="en-US" sz="1700">
                <a:solidFill>
                  <a:schemeClr val="bg1"/>
                </a:solidFill>
              </a:rPr>
              <a:t>Consistent design Flow</a:t>
            </a:r>
          </a:p>
        </p:txBody>
      </p:sp>
    </p:spTree>
    <p:extLst>
      <p:ext uri="{BB962C8B-B14F-4D97-AF65-F5344CB8AC3E}">
        <p14:creationId xmlns:p14="http://schemas.microsoft.com/office/powerpoint/2010/main" val="3940829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12B8A-568E-BFA6-EA04-673D13D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Technical Challenges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B5F1F4-3135-2CCF-2FF3-718A7024F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59273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The image shows a simple, stylized representation of a cloud with a human hand inside it.&#10;&#10;AI-generated content may be incorrect.">
            <a:extLst>
              <a:ext uri="{FF2B5EF4-FFF2-40B4-BE49-F238E27FC236}">
                <a16:creationId xmlns:a16="http://schemas.microsoft.com/office/drawing/2014/main" id="{0CB4FBF2-C5F5-4319-6E18-261895A899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735" y="4547334"/>
            <a:ext cx="1750580" cy="126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4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depicts a starship shooting multiple missiles into a starry night sky.&#10;&#10;AI-generated content may be incorrect.">
            <a:extLst>
              <a:ext uri="{FF2B5EF4-FFF2-40B4-BE49-F238E27FC236}">
                <a16:creationId xmlns:a16="http://schemas.microsoft.com/office/drawing/2014/main" id="{3E44ECA2-886E-2995-AD62-3943D6169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9090" b="-1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B8768-5482-ABF4-191E-84A11B69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Version Control &amp; Risk Management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07162-FCD6-E164-0C56-EFED1F07E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Frequent commits</a:t>
            </a:r>
          </a:p>
          <a:p>
            <a:r>
              <a:rPr lang="en-US" sz="1700">
                <a:solidFill>
                  <a:schemeClr val="bg1"/>
                </a:solidFill>
              </a:rPr>
              <a:t>Asset loading errors</a:t>
            </a:r>
          </a:p>
          <a:p>
            <a:r>
              <a:rPr lang="en-US" sz="1700">
                <a:solidFill>
                  <a:schemeClr val="bg1"/>
                </a:solidFill>
              </a:rPr>
              <a:t>Time pressure</a:t>
            </a:r>
          </a:p>
        </p:txBody>
      </p:sp>
    </p:spTree>
    <p:extLst>
      <p:ext uri="{BB962C8B-B14F-4D97-AF65-F5344CB8AC3E}">
        <p14:creationId xmlns:p14="http://schemas.microsoft.com/office/powerpoint/2010/main" val="335302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D387EF-10B7-81D5-9F5F-D392B946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Actionable Lessons</a:t>
            </a:r>
          </a:p>
        </p:txBody>
      </p:sp>
      <p:pic>
        <p:nvPicPr>
          <p:cNvPr id="7" name="Picture 6" descr="The image depicts a simple, pixelated blue space with a white star and a small white circle, suggesting a cosmic or space theme.&#10;&#10;AI-generated content may be incorrect.">
            <a:extLst>
              <a:ext uri="{FF2B5EF4-FFF2-40B4-BE49-F238E27FC236}">
                <a16:creationId xmlns:a16="http://schemas.microsoft.com/office/drawing/2014/main" id="{DCDD968C-48D0-B6E4-0EA1-35CF1179E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45" y="617779"/>
            <a:ext cx="9820293" cy="3265248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A2EB-FF5B-23E8-9859-45927F6CD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Visual Changes Still Require Architectural Thinking</a:t>
            </a:r>
          </a:p>
          <a:p>
            <a:r>
              <a:rPr lang="en-US" sz="1800">
                <a:solidFill>
                  <a:schemeClr val="bg1"/>
                </a:solidFill>
              </a:rPr>
              <a:t>Debugging is faster when you commit small and Test often</a:t>
            </a:r>
          </a:p>
        </p:txBody>
      </p:sp>
    </p:spTree>
    <p:extLst>
      <p:ext uri="{BB962C8B-B14F-4D97-AF65-F5344CB8AC3E}">
        <p14:creationId xmlns:p14="http://schemas.microsoft.com/office/powerpoint/2010/main" val="587229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9</TotalTime>
  <Words>95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Alien Invasion</vt:lpstr>
      <vt:lpstr>Track: Custom Asset</vt:lpstr>
      <vt:lpstr>Architectural Successes</vt:lpstr>
      <vt:lpstr>Technical Challenges</vt:lpstr>
      <vt:lpstr>Version Control &amp; Risk Management</vt:lpstr>
      <vt:lpstr>Actionable Lessons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Dotse</dc:creator>
  <cp:lastModifiedBy>Jonathan Dotse</cp:lastModifiedBy>
  <cp:revision>1</cp:revision>
  <dcterms:created xsi:type="dcterms:W3CDTF">2026-08-15T02:46:23Z</dcterms:created>
  <dcterms:modified xsi:type="dcterms:W3CDTF">2026-08-15T02:55:56Z</dcterms:modified>
</cp:coreProperties>
</file>